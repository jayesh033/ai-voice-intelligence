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4" r:id="rId6"/>
    <p:sldId id="260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17F7-9AF2-4C63-A386-D76EC47C4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53683-4AB5-4881-A6CD-22AD00A07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914B3-4D9C-4197-966D-243F3325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AD0B9-23F5-47DB-8DCB-C9EFC9A0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4C618-2758-4876-B4D3-C5EF6B23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89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0201-34E1-4E80-A83B-82D6BDA0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D7A7A-5ABA-43B8-A4C0-E60AB221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5C71C-CC59-4593-B3D6-21E858D1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9F50-73BA-4570-BD39-B5F69000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CE16A-C878-4EC4-95CA-68429C7F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53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16AE-A23A-4402-96F9-A83EBF72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3721C-8F61-46B5-BC74-6554185CE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FCF5D-42A8-4F62-9740-E81C00C1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BD363-8E64-4C14-8F78-F7B9A2F8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49674-D3AA-42E3-8C6A-71E847DC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6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C83F-8ED4-43A1-BADE-A6173911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B542D-9449-4FFF-B2ED-D7F59B474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2BA4D-BA73-4C9A-B92C-4F64C36A2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F06DD-AA15-43DC-94F7-A549108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8A244-D178-4BA8-831C-4933E054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E28DF-309D-4A68-86F0-084C252F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14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829C-5B13-422E-9BC9-A117EF5E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94806-E7E3-4ACE-900D-45A611997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47E2F-C54C-4BB8-8624-67BBC22F3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36C41-651E-42A3-89B4-8298E9C0F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F177B-70D0-4D07-A697-8D5012D62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39DC3-4233-42A5-ABE0-B688AEE4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EBCE8-B61A-497E-807C-4269F919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43B0E-4DFB-497C-B386-61FC1DC94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2CC8-9070-417C-B114-71BD8400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8D655-7FC0-483D-ACAA-BCCA55B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65132-085E-47E7-A2D8-24AC8F3B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2639A-9495-4BA5-8F2F-89418CE1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5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9CDE3-B666-4101-81AA-0C6CDEE4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65346-3694-4DDC-AB4A-C07A0F74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9ADF4-8442-453E-8D6F-41D00CC3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92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1A8D-E0B9-491C-859F-D6E01F5EB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0236-5B3E-484F-92E9-3D74EBE12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FC555-C724-4968-8389-B2C0AF65B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DFA52-FC05-4ECA-90D5-798B8BCE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ECA3-6478-44EB-911C-02F09D99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05CD0-556A-4715-9B0F-5A60531B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6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3975-2337-4E60-84EB-F5594754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935FF-FAB8-4327-88F5-C3BB0F5A0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D73D5-355E-4889-9444-B3FA4240B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94959-38AE-4368-9A4B-78324CC91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ED0D5-4DB7-4F80-A7CE-129B812D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92B7C-0C35-4907-A3AA-19BE774B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81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E4AE-24CB-4676-94F9-33FAF707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C674F-FE3F-45A1-AA25-70CDD3419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A153-2704-498B-978C-672595AE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E953E-612B-41C7-9DB0-CF029E22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98F66-8AF0-43B6-AA8C-62C259F0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19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0C0D84-9DFF-457F-B59F-26EEBD067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37F05-F94A-4520-B709-DFA94B122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1801D-37A8-4F3A-8252-B4DE89CA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74961-19B7-4476-B25C-A091E6A6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99CEE-7D76-4DB1-9A66-E2A78611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8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1519C-41E4-4460-9F45-4AB8A929D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05D12-F3CE-4F1F-ADB9-32138BBF1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13A1-B6B0-4E86-9594-8D28402F3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D7F5A-ABAA-47AB-84CC-83199D2A64C8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7D323-3570-4CD1-A552-495157C04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9843B-57F2-41CC-B54C-1C63985DD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F99AB-00B1-47CB-B4BE-A81DFA901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050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258C-90D6-4FCC-9173-6162A476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660"/>
            <a:ext cx="10515600" cy="5773282"/>
          </a:xfrm>
        </p:spPr>
        <p:txBody>
          <a:bodyPr>
            <a:normAutofit/>
          </a:bodyPr>
          <a:lstStyle/>
          <a:p>
            <a:pPr algn="ctr"/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72473-CA79-4BEE-8149-8EB2DF83A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06"/>
            <a:ext cx="12192000" cy="679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5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C33D06-84B8-4D10-B818-269D33D4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21"/>
            <a:ext cx="12192000" cy="67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CE86D6-C6FB-4CC0-99FD-4EF76642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89"/>
            <a:ext cx="12192000" cy="672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077DC-1407-4F02-80C4-CAF387E23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08" y="428206"/>
            <a:ext cx="10812384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46BC6-8341-4BD0-9F81-BCF7D75E4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79" y="248233"/>
            <a:ext cx="9676738" cy="598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7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12BC83-CAA3-4751-B333-07B56F324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129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371FAA-5F9D-4BE0-A5BC-B4506F9B4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11" y="87464"/>
            <a:ext cx="11163632" cy="647236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40938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3280-7D84-4C15-81C9-5AF49769C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957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                              Costing </a:t>
            </a:r>
            <a:endParaRPr lang="en-IN" sz="4800" b="1" dirty="0">
              <a:solidFill>
                <a:schemeClr val="accent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ACF61-EF49-4DDA-B6D7-817310EA1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954" y="970058"/>
            <a:ext cx="7834091" cy="5638996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0196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Costing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Jayesh Revekar</dc:creator>
  <cp:lastModifiedBy>Jayesh Revekar</cp:lastModifiedBy>
  <cp:revision>6</cp:revision>
  <dcterms:created xsi:type="dcterms:W3CDTF">2025-12-30T12:33:49Z</dcterms:created>
  <dcterms:modified xsi:type="dcterms:W3CDTF">2025-12-31T05:23:07Z</dcterms:modified>
</cp:coreProperties>
</file>